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Data 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- 1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the healthcare dataset and identify key insights such as department distribution, treatment costs, and patient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99</a:t>
            </a:r>
          </a:p>
          <a:p>
            <a:r>
              <a:t>Columns: Patient ID, Department, Age, Gender, Diagnosis with result, Admission Date, Discharge Date, Treatment Cost,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Patients per Department</a:t>
            </a:r>
          </a:p>
        </p:txBody>
      </p:sp>
      <p:pic>
        <p:nvPicPr>
          <p:cNvPr id="3" name="Picture 2" descr="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Treatment Cost per Department</a:t>
            </a:r>
          </a:p>
        </p:txBody>
      </p:sp>
      <p:pic>
        <p:nvPicPr>
          <p:cNvPr id="3" name="Picture 2" descr="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Departments with higher patient load may need additional resources.</a:t>
            </a:r>
          </a:p>
          <a:p>
            <a:r>
              <a:t>- Cost variations suggest opportunities for optimization.</a:t>
            </a:r>
          </a:p>
          <a:p>
            <a:r>
              <a:t>- Patient outcomes show strong recovery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provided an overview of patient distribution, treatment costs, and outcomes to support healthcare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